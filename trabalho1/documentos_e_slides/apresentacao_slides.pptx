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1">
                <a:solidFill>
                  <a:srgbClr val="5EEAD4"/>
                </a:solidFill>
                <a:latin typeface="Calibri"/>
              </a:defRPr>
            </a:pPr>
            <a:r>
              <a:t>SISTEMAS DISTRIBUÍDOS 1 — TRABALHO PRÁTICO 1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Avaliação de Desempenho de uma</a:t>
            </a:r>
            <a:br/>
            <a:r>
              <a:t>Aplicação CRUD sob Carga Concorrente</a:t>
            </a:r>
          </a:p>
          <a:p>
            <a:pPr>
              <a:spcAft>
                <a:spcPts val="44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Análise prática com Python (Flask), PostgreSQL e Apache JMeter</a:t>
            </a:r>
            <a:br/>
            <a:r>
              <a:t>Cenários de leitura/escrita, redução de dataset (100k vs 20k) e impacto de índices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Aluno: [Seu Nome Aqui]   •  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Objetivo e Escopo do Trabalho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foi proposto no enunciado da disciplina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  <a:latin typeface="Calibri"/>
              </a:defRPr>
            </a:pPr>
            <a:r>
              <a:t>Parte 1 — Projeto e Implementação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Desenvolver uma aplicação CRUD completa (Cliente + Servidor Web + Banco de Dados).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Popular o banco de dados com um dataset de pelo menos 50.000 registros (utilizamos 100.000 registros).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Definir a arquitetura da solução e preparar os cenários de carga concorrente.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Utilizar ferramenta de teste de carga (Apache JMeter) simulando múltiplos clientes simultâneos.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D9488"/>
                </a:solidFill>
                <a:latin typeface="Calibri"/>
              </a:defRPr>
            </a:pPr>
            <a:r>
              <a:t>Parte 2 — Experimentos e Perguntas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Avaliar o desempenho em 3 proporções de Leitura (L) e Escrita (E):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A) 50% Leituras e 50% Escritas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B) 75% Leituras e 25% Escritas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C) 25% Leituras e 75% Escritas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Responder com base nos testes: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1. O que acontece ao reduzir o dataset para 20k registros?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2. Qual o efeito da adição de índices no BD? Qual escolher?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 3. Como a escolha entre SQL e NoSQL impacta o sistema?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A Aplicação Desenvolvida (CRUD)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Sistema de cadastro e consulta de pessoas em Python Flask +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Modelo de Dados (Tabela public.pessoas)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id (INTEGER PRIMARY KEY, auto-incremento via Sequence)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nome (VARCHAR 150) e email (VARCHAR 200)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telefone (VARCHAR 30) e cidade (VARCHAR 100)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data_cadastro (DATE) e status (ativo, inativo, pendente, bloqueado)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94960" cy="24231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95344"/>
            <a:ext cx="4992624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Geração da Massa de Dados (pessoas.py)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Script gerador próprio em Python.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Dataset principal: 100.000 registros importados via \copy.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Dataset reduzido: 20.000 registros para o experimento comparativo.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Dados realistas distribuídos entre diversas cidades e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Endpoints da API Utilizados nos Testes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Leitura: GET /api/pessoas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Retorna lista de pessoas em JSON (limite padrão: 100 registros).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Ordenação: ORDER BY id DESC LIMIT 100.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Suporta busca textual via parâmetro ?q=termo (usando ILIKE).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Escrita: POST /api/pessoas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Recebe payload JSON com dados de uma nova pessoa.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Executa INSERT INTO public.pessoas ... RETURNING id.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Realiza commit imediato e retorna HTTP 201 (Created).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Outras operações disponíveis: Edição (UPDATE) e Exclusão (DELETE).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Arquitetura da Solução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Organização cliente-servidor em 3 camadas e fluxo de comunicação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0175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017520" cy="960120"/>
          </a:xfrm>
          <a:prstGeom prst="roundRect">
            <a:avLst>
              <a:gd name="adj" fmla="val 3000"/>
            </a:avLst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27980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t>CAMADA 1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Clientes (Carga)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t>Apache JMeter 5.6.3 /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651760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1.200 clientes simultâneos disparando requisições concorrentes.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Ramp-up: 10 segundos.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Simula os 3 perfis de tráfego: 50/50, 75/25 e 25/75 (Leitura/Escrita).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2423160"/>
            <a:ext cx="1078992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HTTP / REST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730752" y="2926080"/>
            <a:ext cx="969264" cy="347472"/>
          </a:xfrm>
          <a:prstGeom prst="left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337560"/>
            <a:ext cx="12070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JSON</a:t>
            </a:r>
            <a:br/>
            <a:r>
              <a:t>Porta 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234440"/>
            <a:ext cx="3017520" cy="3977639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64608" y="1234440"/>
            <a:ext cx="3017520" cy="96012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307592"/>
            <a:ext cx="27980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t>CAMADA 2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Servidor Web / API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t>Python 3.14 + Flask 3.1.3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331720"/>
            <a:ext cx="2651760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Leitura: GET /api/pessoas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Escrita: POST /api/pessoas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Comunicação Síncrona: abre e fecha 1 conexão por requisição via psycopg2.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423160"/>
            <a:ext cx="1078992" cy="384048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D9488"/>
                </a:solidFill>
              </a:defRPr>
            </a:pPr>
            <a:r>
              <a:t>TCP / SQL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8046720" y="2926080"/>
            <a:ext cx="969264" cy="347472"/>
          </a:xfrm>
          <a:prstGeom prst="left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337560"/>
            <a:ext cx="12070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psycopg2</a:t>
            </a:r>
            <a:br/>
            <a:r>
              <a:t>Porta 5432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234440"/>
            <a:ext cx="2459736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0576" y="1234440"/>
            <a:ext cx="2459736" cy="960120"/>
          </a:xfrm>
          <a:prstGeom prst="roundRect">
            <a:avLst>
              <a:gd name="adj" fmla="val 3000"/>
            </a:avLst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3" y="1307592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t>CAMADA 3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Banco de Dados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5" y="2331720"/>
            <a:ext cx="2093976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Tabela public.pessoas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Datasets: 100k e 20k registros.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Índices B-Tree: cidade, data_cadastro e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Fluxo da Requisição:   1. JMeter envia HTTP (GET/POST)   →   2. Flask abre conexão no PostgreSQL   →   3. Banco executa SQL   →   4. Flask retorna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Metodologia e Cenários de Teste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9 baterias de teste no total (10.800 requisições analisadas)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Configuração do JMeter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1.200 clientes simultâneos (threads) por teste.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Ramp-up: 10 segundos.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1 iteração por thread (1.200 requisições por bateria).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Métricas coletadas: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Taxa de Erro (%)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Tempo Médio de Resposta (ms)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Percentil 95 / P95 (ms)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Vazão / Throughput (req/s)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3 Perfis de Carga (L / 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A (50% L / 50%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- 600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- 600 clientes escrevendo (POST)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B (75% L / 25%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- 900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- 300 clientes escrevendo (POST)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C (25% L / 75%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- 300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- 900 clientes escrevendo (POST)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3 Configurações do Banco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1 (Base Principal):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- 100.000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Com índices B-Tree secundários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2 (Base Reduzida):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- 20.000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Com índices B-Tree secundários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3 (Sem Índices):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- 100.000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Apenas chave primária (id)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Resultados Consolidados (9 Baterias)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Resumo completo das métricas coletadas pelo Apache JMeter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6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9441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188720"/>
                <a:gridCol w="1188720"/>
                <a:gridCol w="1188720"/>
                <a:gridCol w="1280160"/>
                <a:gridCol w="1188720"/>
                <a:gridCol w="1310335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Configuração do BD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Cenário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Leitura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Escrita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Total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Tempo Médio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P95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Vazão (req/s)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1.120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1.613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106,17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1.066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1.569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109,73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1.089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1.525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107,85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7,33%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9,50%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8,42%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1.057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1.609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105,13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10,44%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10,33%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1.058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1.540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108,30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4,00%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3,89%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3,92%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1.013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1.439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107,58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6,92%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1.092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1.571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105,03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9,33%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1.060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1.521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109,00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6,44%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1.059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1.514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108,03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6. Visão Gráfica: Taxa de Erros e Latência Média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Comparativo visual entre os 3 cenários e as 3 configurações do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7 / 12</a:t>
            </a:r>
          </a:p>
        </p:txBody>
      </p:sp>
      <p:pic>
        <p:nvPicPr>
          <p:cNvPr id="6" name="Picture 5" descr="chart_taxa_er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94960" cy="2997200"/>
          </a:xfrm>
          <a:prstGeom prst="rect">
            <a:avLst/>
          </a:prstGeom>
        </p:spPr>
      </p:pic>
      <p:pic>
        <p:nvPicPr>
          <p:cNvPr id="7" name="Picture 6" descr="chart_latencia_m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94960" cy="299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80060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946904"/>
            <a:ext cx="10692079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1E3A8A"/>
                </a:solidFill>
                <a:latin typeface="Calibri"/>
              </a:defRPr>
            </a:pPr>
            <a:r>
              <a:t>Principais Observações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A Taxa de Erros variou bastante entre os cenários: foi mais alta no perfil B (75% Leitura, que trafega JSON com 100 registros por resposta) e mais baixa no perfil C (75% Escrita, que insere apenas 1 registro).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O Tempo Médio de Resposta ficou sempre próximo de ~1.010 ms a ~1.120 ms em todas as baterias.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7. Análise de Gargalo: Por que a Vazão travou em ~107 req/s?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teto de throughput foi idêntico em todas as 9 baterias de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8 / 12</a:t>
            </a:r>
          </a:p>
        </p:txBody>
      </p:sp>
      <p:pic>
        <p:nvPicPr>
          <p:cNvPr id="6" name="Picture 5" descr="chart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325880"/>
            <a:ext cx="5376672" cy="48006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472184"/>
            <a:ext cx="4974336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O Gargalo está na Camada de Aplicação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Fato observado nos dados: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Mudamos o tamanho da base (100k → 20k), tiramos os índices e mudamos a proporção L/E, mas a vazão ficou sempre entre 105 e 110 req/s.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Causa técnica: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1. O Flask rodou com threaded=True (1 processo criando 1 thread por requisição, com I/O bloqueante).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2. Cada thread chama psycopg2.connect(), abrindo uma conexão TCP exclusiva com o PostgreSQL sem pool.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3. Quando as threads simultâneas passam de 100, esbarram no limite do PostgreSQL (max_connections = 100).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Conclusão: As requisições extras aguardavam na fila ou falhavam por timeout, limitando a vazão em ~107 req/s.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8. Pergunta 1: Redução do Dataset (100k → 20k)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acontece com o desempenho se o banco for reduzido para 20.000 registros?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26463"/>
            <a:ext cx="499262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Comparativo Direto (Com Índices)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A (50% L / 50%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Taxa de erro caiu de 10,33% → 8,42%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Tempo médio caiu de 1.120 ms → 1.057 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B (75% L / 25%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Taxa de erro caiu de 14,25% → 10,33%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Tempo médio caiu de 1.066 ms → 1.058 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C (25% L / 75%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Taxa de erro caiu de 7,17% → 3,92% (redução de 45%!)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Tempo médio caiu de 1.089 ms → 1.013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26463"/>
            <a:ext cx="499262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Por que o desempenho melhorou?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Menor volume em memória (Cache Hit):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Com apenas 20.000 linhas (5x menor), a tabela inteira e seus índices cabem folgadamente na memória RAM do PostgreSQL (shared_buffers).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Menos I/O de disco: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As leituras e atualizações de índice sofrem menos espera de disco, liberando as conexões mais rápido.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Por que a vazão (req/s) não subiu?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Porque o limite de ~107 req/s era imposto pela abertura de conexões síncronas no Flask, mas o sistema ficou muito mais estável (menos erros).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9. Pergunta 2: Adição de Índices no Banco de Dados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aconteceu ao adicionar índices? Qual índice escolher? A consulta melhorou?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O que aconteceu nos testes?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Foram criados 3 índices B-Tree: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idx_pessoas_cidade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idx_pessoas_data_cadastro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idx_pessoas_status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Resultado (100k Com vs Sem Índice):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- 50/50: 10,33% vs 6,92%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- 75/25: 14,25% vs 9,83%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- 25/75: 7,17% vs 6,83%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Com índice o sistema teve MAIS erros!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1E3A8A"/>
                </a:solidFill>
                <a:latin typeface="Calibri"/>
              </a:defRPr>
            </a:pPr>
            <a:r>
              <a:t>Por que piorou e não ajudou?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Nas Leituras (Zero Ganho):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1. O JMeter enviou ?cidade=Manaus, mas a API lia ?q=termo (parâmetro foi ignorado e rodou ORDER BY id DESC LIMIT 100).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2. Mesmo usando ?q=, a query usa ILIKE '%termo%' (curinga no início), que ignora índices B-Tree e faz Sequential Scan.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Nas Escritas (Custo Extra):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Cada INSERT precisou atualizar a tabela + 3 árvores B-Tree + log WAL no disco, atrasando as transações.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D9488"/>
                </a:solidFill>
                <a:latin typeface="Calibri"/>
              </a:defRPr>
            </a:pPr>
            <a:r>
              <a:t>Qual índice escolher então?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1 — Busca exata por cidade: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Ajustar a API para filtrar WHERE cidade = %s e manter apenas o índice B-Tree em cidade.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2 — Busca textual com ILIKE '%termo%':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O índice correto no PostgreSQL é o GIN com trigramas (extensão pg_trgm):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CREATE EXTENSION pg_trgm;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CREATE INDEX idx_pessoas_gin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ON pessoas USING gin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(nome gin_trgm_ops);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10. Pergunta 3: Impacto da Escolha do BD (SQL vs NoSQL)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Como a escolha entre banco relacional e não-relacional afeta o sistema?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33832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Banco Relacional — SQL (Ex: PostgreSQL)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Garante transações ACID e consistência imediata dos dados.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Esquema fixo e padronizado (ótimo para cadastros estruturados).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Sob alta concorrência de escrita, tem custo maior de controle de locks, atualização de índices e log transacional (WAL).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Escalabilidade predominantemente vertical (aumentar CPU/RAM do servidor).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338328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Banco Não-Relacional — NoSQL (Ex: MongoDB, Cassandra)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Focado em alta vazão de escrita e baixa latência sob carga massiva.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Escalabilidade horizontal nativa (distribuir dados em vários servidores / sharding).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Esquema flexível (documentos JSON ou chave-valor).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Geralmente adota consistência eventual (leituras podem não ver uma escrita imediatamente).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0060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46904"/>
            <a:ext cx="10692079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Conclusão para o nosso sistema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Para um CRUD de cadastro de pessoas até centenas de milhares de registros, o PostgreSQL (SQL) é adequado pela integridade dos dados.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o sistema precisasse escalar para milhares de escritas por segundo distribuídas em vários nós, um banco NoSQL seria mais indicado.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11. Conclusão e Melhorias Futuras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Síntese dos resultados obtidos e como escalar a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Síntese dos Resultados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1. Vazão constante (~107 req/s): O gargalo principal foi a camada de aplicação síncrona abrindo conexão a cada requisição, e não o banco.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2. Base de 20k vs 100k: Reduzir o dataset para 20k diminuiu os erros em todos os cenários (caindo para 3,92% no cenário 25L/75E) graças ao uso de cache em RAM.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3. Índices precisam casar com a consulta: Índices B-Tree que não são usados nas queries de leitura apenas penalizam as operações de escrita (INSERT).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Como Escalar o Sistema na Prática?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1. Pool de Conexões (Connection Pooling):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Usar PgBouncer ou ThreadedConnectionPool para reaproveitar conexões já abertas com o PostgreSQL.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2. Servidor WSGI de Produção: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Substituir o servidor embutido do Flask pelo Gunicorn com múltiplos workers / I/O assíncrono.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3. Alinhamento de Índices e Queries: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Corrigir o filtro de cidade na API ou adotar índice GIN (pg_trgm) para buscas parciais com ILIKE.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